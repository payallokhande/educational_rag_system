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448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RAG System - PrepMate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Internship Project  •  Retrieval-Augmented Generation for Education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36576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icons/github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457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76688" y="36576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github.com/PayalLokhande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5F7FC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3B4FA0"/>
          </a:solidFill>
          <a:ln/>
        </p:spPr>
      </p:sp>
      <p:pic>
        <p:nvPicPr>
          <p:cNvPr id="9" name="Image 1" descr="icons/fl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182239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6916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31520" y="22402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Retrieval-Augmented Generation pipeline that answers educational queries using external knowledge sources.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LLM response accuracy and relevance through context-aware retrieval from a vector database.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93192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F5F7FC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3B4FA0"/>
          </a:solidFill>
          <a:ln/>
        </p:spPr>
      </p:sp>
      <p:pic>
        <p:nvPicPr>
          <p:cNvPr id="14" name="Image 2" descr="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" y="433699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206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731520" y="475488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context-aware, accurate answers grounded in an educational knowledge base.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 compared to a standalone LLM.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a modular, deployable RAG pipeline for educational use cases.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309360" y="14173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18" name="Shape 13"/>
          <p:cNvSpPr/>
          <p:nvPr/>
        </p:nvSpPr>
        <p:spPr>
          <a:xfrm>
            <a:off x="6583680" y="1691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ons/cog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4439" y="1822399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23760" y="16916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6583680" y="22860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9006840" y="22860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583680" y="26060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006840" y="26060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583680" y="29260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006840" y="29260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583680" y="32461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9006840" y="32461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6309360" y="3794760"/>
            <a:ext cx="5394960" cy="2697480"/>
          </a:xfrm>
          <a:prstGeom prst="roundRect">
            <a:avLst>
              <a:gd name="adj" fmla="val 2712"/>
            </a:avLst>
          </a:prstGeom>
          <a:solidFill>
            <a:srgbClr val="F5F7FC"/>
          </a:solidFill>
          <a:ln/>
        </p:spPr>
      </p:sp>
      <p:sp>
        <p:nvSpPr>
          <p:cNvPr id="30" name="Shape 24"/>
          <p:cNvSpPr/>
          <p:nvPr/>
        </p:nvSpPr>
        <p:spPr>
          <a:xfrm>
            <a:off x="6583680" y="4069080"/>
            <a:ext cx="502920" cy="502920"/>
          </a:xfrm>
          <a:prstGeom prst="ellipse">
            <a:avLst/>
          </a:prstGeom>
          <a:solidFill>
            <a:srgbClr val="3B4FA0"/>
          </a:solidFill>
          <a:ln/>
        </p:spPr>
      </p:sp>
      <p:pic>
        <p:nvPicPr>
          <p:cNvPr id="31" name="Image 4" descr="icons/lay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4439" y="4199839"/>
            <a:ext cx="241402" cy="24140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23760" y="40690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900" dirty="0"/>
          </a:p>
        </p:txBody>
      </p:sp>
      <p:sp>
        <p:nvSpPr>
          <p:cNvPr id="33" name="Text 26"/>
          <p:cNvSpPr/>
          <p:nvPr/>
        </p:nvSpPr>
        <p:spPr>
          <a:xfrm>
            <a:off x="6583680" y="461772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and chunks educational source documents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indexing for semantic search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pipeline injects retrieved context into LLM prompts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interface built with HTML, CSS and JavaScript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 for experimentation and evaluation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codebase with dedicated deployment and reports folders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PrepMate  |  Educational RAG System  |  Internship Project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responsibilities across the project team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Manasvi Korde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Development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Siddhi Shelar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RAG 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Siddhi Parab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&amp; Storage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Payal Lokhande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Development &amp; Auditor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Khushi Pankhaniya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Testing, Documentation &amp; Deployment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5488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5010912"/>
            <a:ext cx="457200" cy="457200"/>
          </a:xfrm>
          <a:prstGeom prst="ellipse">
            <a:avLst/>
          </a:prstGeom>
          <a:solidFill>
            <a:srgbClr val="3B4FA0"/>
          </a:solidFill>
          <a:ln/>
        </p:spPr>
      </p:sp>
      <p:pic>
        <p:nvPicPr>
          <p:cNvPr id="7" name="Image 0" descr="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129784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31520" y="55321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55321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139696" y="55321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139696" y="55321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547872" y="55321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47872" y="55321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956048" y="55321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56048" y="55321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364224" y="55321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64224" y="55321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772400" y="55321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72400" y="55321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9180576" y="55321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180576" y="55321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10588752" y="55321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588752" y="55321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PrepMate  |  Educational RAG System  |  Internship Project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PrepMate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user request to generated response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1892" y="158191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048" y="1734068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25856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4360" y="262432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question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944368" y="2194560"/>
            <a:ext cx="283464" cy="0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46120" y="141732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65092" y="158191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s/deskto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248" y="1734068"/>
            <a:ext cx="280904" cy="280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25856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337560" y="262432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687568" y="2194560"/>
            <a:ext cx="283464" cy="0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41732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08292" y="158191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448" y="1734068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80760" y="225856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080760" y="262432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application layer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430768" y="2194560"/>
            <a:ext cx="283464" cy="0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8732520" y="141732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651492" y="158191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icons/filea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3648" y="1734068"/>
            <a:ext cx="280904" cy="280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823960" y="225856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8823960" y="262432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text extraction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02920" y="384048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421892" y="400507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4" descr="icons/lay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048" y="4157228"/>
            <a:ext cx="280904" cy="28090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94360" y="46817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&amp; Embedding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594360" y="50474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text, generate vectors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2944368" y="4617720"/>
            <a:ext cx="283464" cy="0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3246120" y="384048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165092" y="400507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5" descr="icons/datab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248" y="4157228"/>
            <a:ext cx="280904" cy="28090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337560" y="46817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3337560" y="50474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embeddings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5687568" y="4617720"/>
            <a:ext cx="283464" cy="0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39" name="Shape 31"/>
          <p:cNvSpPr/>
          <p:nvPr/>
        </p:nvSpPr>
        <p:spPr>
          <a:xfrm>
            <a:off x="5989320" y="384048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908292" y="400507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6" descr="icons/brain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0448" y="4157228"/>
            <a:ext cx="280904" cy="28090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080760" y="46817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 + LLM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6080760" y="50474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context, generate answer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8430768" y="4617720"/>
            <a:ext cx="283464" cy="0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8732520" y="384048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9651492" y="400507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7" name="Image 7" descr="icons/comments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3648" y="4157228"/>
            <a:ext cx="280904" cy="280904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8823960" y="46817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</p:txBody>
      </p:sp>
      <p:sp>
        <p:nvSpPr>
          <p:cNvPr id="49" name="Text 39"/>
          <p:cNvSpPr/>
          <p:nvPr/>
        </p:nvSpPr>
        <p:spPr>
          <a:xfrm>
            <a:off x="8823960" y="50474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to user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9944100" y="2971800"/>
            <a:ext cx="0" cy="457200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1714500" y="3429000"/>
            <a:ext cx="8229600" cy="0"/>
          </a:xfrm>
          <a:prstGeom prst="line">
            <a:avLst/>
          </a:prstGeom>
          <a:noFill/>
          <a:ln w="12700">
            <a:solidFill>
              <a:srgbClr val="3B4FA0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9944100" y="2971800"/>
            <a:ext cx="0" cy="251460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1714500" y="3223260"/>
            <a:ext cx="8229600" cy="0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1714500" y="3223260"/>
            <a:ext cx="0" cy="224028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55" name="Text 4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PrepMate  |  Educational RAG System  |  Internship Project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sequence from document upload to answer delivery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621792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5448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417320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54680" y="2048256"/>
            <a:ext cx="0" cy="109728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5212080" cy="621792"/>
          </a:xfrm>
          <a:prstGeom prst="roundRect">
            <a:avLst>
              <a:gd name="adj" fmla="val 1764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304288"/>
            <a:ext cx="347472" cy="347472"/>
          </a:xfrm>
          <a:prstGeom prst="ellipse">
            <a:avLst/>
          </a:prstGeom>
          <a:solidFill>
            <a:srgbClr val="3B4FA0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304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167128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54680" y="2798064"/>
            <a:ext cx="0" cy="109728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2916936"/>
            <a:ext cx="5212080" cy="621792"/>
          </a:xfrm>
          <a:prstGeom prst="roundRect">
            <a:avLst>
              <a:gd name="adj" fmla="val 1764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054096"/>
            <a:ext cx="347472" cy="347472"/>
          </a:xfrm>
          <a:prstGeom prst="ellipse">
            <a:avLst/>
          </a:prstGeom>
          <a:solidFill>
            <a:srgbClr val="3B4FA0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054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916936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54680" y="3547872"/>
            <a:ext cx="0" cy="109728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3666744"/>
            <a:ext cx="5212080" cy="621792"/>
          </a:xfrm>
          <a:prstGeom prst="roundRect">
            <a:avLst>
              <a:gd name="adj" fmla="val 1764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3803904"/>
            <a:ext cx="347472" cy="347472"/>
          </a:xfrm>
          <a:prstGeom prst="ellipse">
            <a:avLst/>
          </a:prstGeom>
          <a:solidFill>
            <a:srgbClr val="3B4FA0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3803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666744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Chunks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154680" y="4297680"/>
            <a:ext cx="0" cy="109728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4416552"/>
            <a:ext cx="5212080" cy="621792"/>
          </a:xfrm>
          <a:prstGeom prst="roundRect">
            <a:avLst>
              <a:gd name="adj" fmla="val 1764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553712"/>
            <a:ext cx="347472" cy="347472"/>
          </a:xfrm>
          <a:prstGeom prst="ellipse">
            <a:avLst/>
          </a:prstGeom>
          <a:solidFill>
            <a:srgbClr val="3B4FA0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553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4416552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Embeddings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154680" y="5047488"/>
            <a:ext cx="0" cy="109728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" y="5166360"/>
            <a:ext cx="5212080" cy="621792"/>
          </a:xfrm>
          <a:prstGeom prst="roundRect">
            <a:avLst>
              <a:gd name="adj" fmla="val 1764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" y="5303520"/>
            <a:ext cx="347472" cy="347472"/>
          </a:xfrm>
          <a:prstGeom prst="ellipse">
            <a:avLst/>
          </a:prstGeom>
          <a:solidFill>
            <a:srgbClr val="3B4FA0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5303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5166360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Vector Database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1417320"/>
            <a:ext cx="5212080" cy="621792"/>
          </a:xfrm>
          <a:prstGeom prst="roundRect">
            <a:avLst>
              <a:gd name="adj" fmla="val 1764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28816" y="1554480"/>
            <a:ext cx="347472" cy="347472"/>
          </a:xfrm>
          <a:prstGeom prst="ellipse">
            <a:avLst/>
          </a:prstGeom>
          <a:solidFill>
            <a:srgbClr val="3B4FA0"/>
          </a:solidFill>
          <a:ln/>
        </p:spPr>
      </p:sp>
      <p:sp>
        <p:nvSpPr>
          <p:cNvPr id="35" name="Text 33"/>
          <p:cNvSpPr/>
          <p:nvPr/>
        </p:nvSpPr>
        <p:spPr>
          <a:xfrm>
            <a:off x="6528816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95160" y="1417320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Question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006840" y="2048256"/>
            <a:ext cx="0" cy="109728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400800" y="2167128"/>
            <a:ext cx="5212080" cy="621792"/>
          </a:xfrm>
          <a:prstGeom prst="roundRect">
            <a:avLst>
              <a:gd name="adj" fmla="val 1764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28816" y="2304288"/>
            <a:ext cx="347472" cy="347472"/>
          </a:xfrm>
          <a:prstGeom prst="ellipse">
            <a:avLst/>
          </a:prstGeom>
          <a:solidFill>
            <a:srgbClr val="3B4FA0"/>
          </a:solidFill>
          <a:ln/>
        </p:spPr>
      </p:sp>
      <p:sp>
        <p:nvSpPr>
          <p:cNvPr id="40" name="Text 38"/>
          <p:cNvSpPr/>
          <p:nvPr/>
        </p:nvSpPr>
        <p:spPr>
          <a:xfrm>
            <a:off x="6528816" y="2304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95160" y="2167128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Context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006840" y="2798064"/>
            <a:ext cx="0" cy="109728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400800" y="2916936"/>
            <a:ext cx="5212080" cy="621792"/>
          </a:xfrm>
          <a:prstGeom prst="roundRect">
            <a:avLst>
              <a:gd name="adj" fmla="val 1764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28816" y="3054096"/>
            <a:ext cx="347472" cy="347472"/>
          </a:xfrm>
          <a:prstGeom prst="ellipse">
            <a:avLst/>
          </a:prstGeom>
          <a:solidFill>
            <a:srgbClr val="3B4FA0"/>
          </a:solidFill>
          <a:ln/>
        </p:spPr>
      </p:sp>
      <p:sp>
        <p:nvSpPr>
          <p:cNvPr id="45" name="Text 43"/>
          <p:cNvSpPr/>
          <p:nvPr/>
        </p:nvSpPr>
        <p:spPr>
          <a:xfrm>
            <a:off x="6528816" y="3054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95160" y="2916936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Response using LLM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006840" y="3547872"/>
            <a:ext cx="0" cy="109728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400800" y="3666744"/>
            <a:ext cx="5212080" cy="621792"/>
          </a:xfrm>
          <a:prstGeom prst="roundRect">
            <a:avLst>
              <a:gd name="adj" fmla="val 1764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28816" y="3803904"/>
            <a:ext cx="347472" cy="347472"/>
          </a:xfrm>
          <a:prstGeom prst="ellipse">
            <a:avLst/>
          </a:prstGeom>
          <a:solidFill>
            <a:srgbClr val="3B4FA0"/>
          </a:solidFill>
          <a:ln/>
        </p:spPr>
      </p:sp>
      <p:sp>
        <p:nvSpPr>
          <p:cNvPr id="50" name="Text 48"/>
          <p:cNvSpPr/>
          <p:nvPr/>
        </p:nvSpPr>
        <p:spPr>
          <a:xfrm>
            <a:off x="6528816" y="3803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95160" y="3666744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Answer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006840" y="4297680"/>
            <a:ext cx="0" cy="109728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6400800" y="4416552"/>
            <a:ext cx="5212080" cy="621792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28816" y="455371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528816" y="4553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995160" y="4416552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154680" y="5788152"/>
            <a:ext cx="0" cy="320040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154680" y="6108192"/>
            <a:ext cx="2958084" cy="0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12764" y="1728216"/>
            <a:ext cx="0" cy="4379976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12764" y="1728216"/>
            <a:ext cx="288036" cy="0"/>
          </a:xfrm>
          <a:prstGeom prst="line">
            <a:avLst/>
          </a:prstGeom>
          <a:noFill/>
          <a:ln w="25400">
            <a:solidFill>
              <a:srgbClr val="3B4FA0"/>
            </a:solidFill>
            <a:prstDash val="solid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PrepMate  |  Educational RAG System  |  Internship Project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github.com/PayalLokhande/Educational_RAG_System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852160" cy="5029200"/>
          </a:xfrm>
          <a:prstGeom prst="roundRect">
            <a:avLst>
              <a:gd name="adj" fmla="val 1818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73352"/>
            <a:ext cx="457200" cy="457200"/>
          </a:xfrm>
          <a:prstGeom prst="ellipse">
            <a:avLst/>
          </a:prstGeom>
          <a:solidFill>
            <a:srgbClr val="3B4FA0"/>
          </a:solidFill>
          <a:ln/>
        </p:spPr>
      </p:sp>
      <p:pic>
        <p:nvPicPr>
          <p:cNvPr id="6" name="Image 0" descr="icons/githu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7922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7335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Tree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Educational_RAG_System/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deployment/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reports/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requirements.txt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83680" y="1417320"/>
            <a:ext cx="5120640" cy="5029200"/>
          </a:xfrm>
          <a:prstGeom prst="roundRect">
            <a:avLst>
              <a:gd name="adj" fmla="val 1818"/>
            </a:avLst>
          </a:prstGeom>
          <a:solidFill>
            <a:srgbClr val="F5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0" y="1691640"/>
            <a:ext cx="502920" cy="502920"/>
          </a:xfrm>
          <a:prstGeom prst="ellipse">
            <a:avLst/>
          </a:prstGeom>
          <a:solidFill>
            <a:srgbClr val="3B4FA0"/>
          </a:solidFill>
          <a:ln/>
        </p:spPr>
      </p:sp>
      <p:pic>
        <p:nvPicPr>
          <p:cNvPr id="11" name="Image 1" descr="icons/lis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759" y="18223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6916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Highlights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903720" y="2331720"/>
            <a:ext cx="4480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top-level folder structure (data, src, deployment, reports)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deployment/ folder with deployment resources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 folder for documentation and project reports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for reproducible Python dependencies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stack: Python, JavaScript, HTML, CSS, Jupyter Notebook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PrepMate  |  Educational RAG System  |  Internship Project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</Words>
  <Application>Microsoft Office PowerPoint</Application>
  <PresentationFormat>Widescreen</PresentationFormat>
  <Paragraphs>129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siddhi shelar</cp:lastModifiedBy>
  <cp:revision>1</cp:revision>
  <dcterms:created xsi:type="dcterms:W3CDTF">2026-07-17T13:41:04Z</dcterms:created>
  <dcterms:modified xsi:type="dcterms:W3CDTF">2026-07-18T08:10:19Z</dcterms:modified>
</cp:coreProperties>
</file>